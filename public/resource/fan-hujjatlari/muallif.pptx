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4610" y="318051"/>
            <a:ext cx="7766936" cy="1685323"/>
          </a:xfrm>
        </p:spPr>
        <p:txBody>
          <a:bodyPr/>
          <a:lstStyle/>
          <a:p>
            <a:r>
              <a:rPr lang="uz-Latn-UZ" b="1" dirty="0"/>
              <a:t>Ota-onalar sinergiyasi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71571" y="5702301"/>
            <a:ext cx="5184729" cy="926362"/>
          </a:xfrm>
        </p:spPr>
        <p:txBody>
          <a:bodyPr>
            <a:normAutofit/>
          </a:bodyPr>
          <a:lstStyle/>
          <a:p>
            <a:pPr algn="l"/>
            <a:r>
              <a:rPr lang="en-US" b="1" dirty="0" err="1" smtClean="0"/>
              <a:t>Mavzu</a:t>
            </a:r>
            <a:r>
              <a:rPr lang="en-US" b="1" dirty="0" smtClean="0"/>
              <a:t> </a:t>
            </a:r>
            <a:r>
              <a:rPr lang="uz-Latn-UZ" b="1" dirty="0" smtClean="0"/>
              <a:t>muallif</a:t>
            </a:r>
            <a:r>
              <a:rPr lang="en-US" b="1" dirty="0" smtClean="0"/>
              <a:t>:                                       </a:t>
            </a:r>
            <a:r>
              <a:rPr lang="en-US" b="1" dirty="0" err="1" smtClean="0">
                <a:solidFill>
                  <a:schemeClr val="tx1"/>
                </a:solidFill>
              </a:rPr>
              <a:t>Azimova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Sayyora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Toshtemirovna</a:t>
            </a:r>
            <a:r>
              <a:rPr lang="en-US" b="1" dirty="0"/>
              <a:t>. </a:t>
            </a:r>
            <a:endParaRPr lang="ru-RU" dirty="0"/>
          </a:p>
        </p:txBody>
      </p:sp>
      <p:pic>
        <p:nvPicPr>
          <p:cNvPr id="1026" name="Picture 2" descr="Maktab ta'limida ota-onalarning o'rn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602" y="1466075"/>
            <a:ext cx="3102328" cy="1906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одзаголовок 2"/>
          <p:cNvSpPr txBox="1">
            <a:spLocks/>
          </p:cNvSpPr>
          <p:nvPr/>
        </p:nvSpPr>
        <p:spPr>
          <a:xfrm>
            <a:off x="486940" y="1774036"/>
            <a:ext cx="4873102" cy="48546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ta-onalar  </a:t>
            </a:r>
            <a:r>
              <a:rPr lang="uz-Latn-UZ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haqida 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ma`lumot</a:t>
            </a:r>
            <a:r>
              <a:rPr lang="en-US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orij </a:t>
            </a:r>
            <a:r>
              <a:rPr lang="uz-Latn-UZ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oilasidagi tarbiyaviy 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hayot</a:t>
            </a:r>
            <a:r>
              <a:rPr lang="en-US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.Ota-onalarga </a:t>
            </a:r>
            <a:r>
              <a:rPr lang="uz-Latn-UZ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uz-Cyrl-UZ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ediaxavfsizlik </a:t>
            </a:r>
            <a:r>
              <a:rPr lang="uz-Latn-UZ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bo‘yicha 30 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tavsiya</a:t>
            </a:r>
            <a:r>
              <a:rPr lang="en-US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ta-onalar </a:t>
            </a:r>
            <a:r>
              <a:rPr lang="uz-Latn-UZ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 maktab o`rtasidagi hamkorlik munosabatlari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(Keys </a:t>
            </a:r>
            <a:r>
              <a:rPr lang="en-US" sz="2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topshiriq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testlar</a:t>
            </a:r>
            <a:r>
              <a:rPr lang="en-US" sz="2600" b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6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.Psixolog </a:t>
            </a:r>
            <a:r>
              <a:rPr lang="uz-Latn-UZ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 pedagogik  </a:t>
            </a:r>
            <a:r>
              <a:rPr lang="uz-Latn-UZ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maslahatlar</a:t>
            </a:r>
            <a:r>
              <a:rPr lang="en-US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ru-RU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Hurmatli ota-onalar!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490" y="2401124"/>
            <a:ext cx="3022409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og'chalar yopildi: ishlovchi ota-onalarga huquqiy maslaha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175" y="4451749"/>
            <a:ext cx="3328585" cy="187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78819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54</Words>
  <Application>Microsoft Office PowerPoint</Application>
  <PresentationFormat>Широкоэкранный</PresentationFormat>
  <Paragraphs>11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Аспект</vt:lpstr>
      <vt:lpstr>Ota-onalar sinergiyasi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Ota-onalar sinergiyasi</dc:title>
  <dc:creator>USER</dc:creator>
  <cp:lastModifiedBy>USER</cp:lastModifiedBy>
  <cp:revision>5</cp:revision>
  <dcterms:created xsi:type="dcterms:W3CDTF">2025-11-10T08:25:13Z</dcterms:created>
  <dcterms:modified xsi:type="dcterms:W3CDTF">2025-11-10T09:05:39Z</dcterms:modified>
</cp:coreProperties>
</file>